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390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744"/>
  </p:normalViewPr>
  <p:slideViewPr>
    <p:cSldViewPr snapToGrid="0">
      <p:cViewPr varScale="1">
        <p:scale>
          <a:sx n="116" d="100"/>
          <a:sy n="116" d="100"/>
        </p:scale>
        <p:origin x="960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769D9B-773C-D8D3-F71B-5D85A71569C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6B986BC-E112-39F1-CF1F-E013B9A0EC4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5B813E7-3BC0-DA5E-62D9-8AAB6CB7E6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C8D54A-C2A6-D249-B99A-4157EEE6764D}" type="datetimeFigureOut">
              <a:rPr lang="en-US" smtClean="0"/>
              <a:t>5/18/26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90E4C5-D8A2-B862-BFDE-991DDB7402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6C5F524-25E1-646B-92FD-5A3A2CB84E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12349A-74B2-8049-BC1C-DC64291BF4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997163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51051B-D067-630A-7106-92802B5C94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06FB73-67F9-F6BE-7B5A-9BA7C22270C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D610574-8A08-E34E-4E69-A4C839BB83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C8D54A-C2A6-D249-B99A-4157EEE6764D}" type="datetimeFigureOut">
              <a:rPr lang="en-US" smtClean="0"/>
              <a:t>5/18/26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F0A2336-E01B-F054-E3A5-E9439D3718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9F0047B-30E9-C843-A4FF-BB4B232168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12349A-74B2-8049-BC1C-DC64291BF4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46732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B63500-E944-1C8E-9E89-CECC3F4DF8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576A370-1936-44A7-9149-5CAB81B19C5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1E72748-27D7-F230-CEE8-FFEBFFA9CF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C8D54A-C2A6-D249-B99A-4157EEE6764D}" type="datetimeFigureOut">
              <a:rPr lang="en-US" smtClean="0"/>
              <a:t>5/18/26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EA09A38-DF5F-8736-F659-EF0907E71F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5B5A807-0F02-50E9-141B-8CA58B5F01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12349A-74B2-8049-BC1C-DC64291BF4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621489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AB6CA6-6516-D578-9A9F-DC3892B2C3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F4D98A9-1577-1FB9-89A4-D1E10BC7FAF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CBE52B4-94AE-2E85-E7AD-579A2CD3CD3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A1DF453-2597-0795-595B-89E51E9BDE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C8D54A-C2A6-D249-B99A-4157EEE6764D}" type="datetimeFigureOut">
              <a:rPr lang="en-US" smtClean="0"/>
              <a:t>5/18/26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0B0BF11-D957-86B8-DEDA-2F054D43B0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F860E7D-E241-F86F-F75D-009A248804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12349A-74B2-8049-BC1C-DC64291BF4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163000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52D45A-67D3-DCB3-F7E1-0CF7FC0217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E2F30AE-9161-5311-AC59-C559E591BF3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70AE28D-4820-4B4C-4CB9-44C5E6B1D47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2589120-9BFA-08AA-66D2-B6D471210BC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FFC7AF1-2B70-2E20-EFC4-89AD26B4506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E118010-A41C-3799-821E-C40BFA2563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C8D54A-C2A6-D249-B99A-4157EEE6764D}" type="datetimeFigureOut">
              <a:rPr lang="en-US" smtClean="0"/>
              <a:t>5/18/26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40803B4-F2BD-AB16-FD3C-5ED970545E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AEE1A25-1E1D-AEAA-0E9B-9C19046768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12349A-74B2-8049-BC1C-DC64291BF4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045665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CA4826-C066-97CD-7450-4CA2F35CA2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6782CCA-1B3F-5310-807B-F51BC8ECBB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C8D54A-C2A6-D249-B99A-4157EEE6764D}" type="datetimeFigureOut">
              <a:rPr lang="en-US" smtClean="0"/>
              <a:t>5/18/26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B5F9DF0-7346-8B53-E8AE-87F06A1E55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5F1B8EA-C123-AA4E-8DBC-E70261E388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12349A-74B2-8049-BC1C-DC64291BF4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176434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844AE15-75A5-39C3-14D0-010D515C24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C8D54A-C2A6-D249-B99A-4157EEE6764D}" type="datetimeFigureOut">
              <a:rPr lang="en-US" smtClean="0"/>
              <a:t>5/18/26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B96C214-E75C-E627-4557-35B5EB3B1A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6096C1E-67BB-6CA0-0955-28043E3483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12349A-74B2-8049-BC1C-DC64291BF4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098084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2B7CE0-120B-973C-ADB5-F3FC1B2274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4C7891-CA6E-7363-525E-10ACB934FE6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AC0014B-C023-24BD-F1DC-BB7D8EF9237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0832564-7CBC-6894-C24F-77BACA8A37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C8D54A-C2A6-D249-B99A-4157EEE6764D}" type="datetimeFigureOut">
              <a:rPr lang="en-US" smtClean="0"/>
              <a:t>5/18/26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5F07DF9-C056-4B75-053C-9A3810D84E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8BF478F-5834-75EC-60AC-052AFAC658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12349A-74B2-8049-BC1C-DC64291BF4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503382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316479-BAC1-8DAF-FA52-E95DE018F2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8735273-DC79-6A41-892E-A1A2BC46586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74A248D-78FB-FA46-FE8C-DE8C707C2EC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44BC3AF-7EB6-F4CE-64A2-0EFC06F18E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C8D54A-C2A6-D249-B99A-4157EEE6764D}" type="datetimeFigureOut">
              <a:rPr lang="en-US" smtClean="0"/>
              <a:t>5/18/26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155F73D-7F86-6B75-9CD1-327AC60BA9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CFFDF66-EF37-5077-7B7F-49314ABABB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12349A-74B2-8049-BC1C-DC64291BF4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280603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910FEC-1415-48D4-EC2A-2309B456BF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1C7C8A8-151C-DD62-86F3-B1DCD78F44E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F086C5D-F68E-D409-2977-F1AF27249D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C8D54A-C2A6-D249-B99A-4157EEE6764D}" type="datetimeFigureOut">
              <a:rPr lang="en-US" smtClean="0"/>
              <a:t>5/18/26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0F8773B-BFF7-7551-B1FD-F48015EE86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844A3DC-EAA5-8219-2813-A9C2988E43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12349A-74B2-8049-BC1C-DC64291BF4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74755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CB1B4E9-150D-33FF-9890-379A2DF355D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D878820-6E3D-6001-2B27-278EB5C5116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61DFB21-8759-E904-1117-DCD06B86B3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C8D54A-C2A6-D249-B99A-4157EEE6764D}" type="datetimeFigureOut">
              <a:rPr lang="en-US" smtClean="0"/>
              <a:t>5/18/26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1EDCB96-BC5F-FB69-EC72-0D20755F80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827BD72-3196-2FE5-F2ED-59C6990271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12349A-74B2-8049-BC1C-DC64291BF4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90382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6994B4C-5232-C9EB-26DD-FAFDE15488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D09EC69-3A36-9104-A1AE-1E0235832A1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3D89871-0774-3014-13DA-93AFC4851AA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9C8D54A-C2A6-D249-B99A-4157EEE6764D}" type="datetimeFigureOut">
              <a:rPr lang="en-US" smtClean="0"/>
              <a:t>5/18/26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366E6A9-E743-1630-ABB2-C56D1646809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1F27E33-E34E-40AD-A896-01A25BE3468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412349A-74B2-8049-BC1C-DC64291BF4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7424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ide_31_c0_clea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Ankit Mishra</dc:creator>
  <cp:lastModifiedBy>Ankit Mishra</cp:lastModifiedBy>
  <cp:revision>1</cp:revision>
  <dcterms:created xsi:type="dcterms:W3CDTF">2026-05-18T15:29:17Z</dcterms:created>
  <dcterms:modified xsi:type="dcterms:W3CDTF">2026-05-18T15:29:33Z</dcterms:modified>
</cp:coreProperties>
</file>